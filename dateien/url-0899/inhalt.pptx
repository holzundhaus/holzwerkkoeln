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koeln.blogspot.com/2026/10/energetische-holzbausanierung-koln.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https://holzwerkkoeln.blogspot.com/2026/10/energetische-holzbausanierung-koln.html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